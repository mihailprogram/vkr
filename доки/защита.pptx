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theme/theme18.xml" ContentType="application/vnd.openxmlformats-officedocument.theme+xml"/>
  <Override PartName="/ppt/slideLayouts/slideLayout19.xml" ContentType="application/vnd.openxmlformats-officedocument.presentationml.slideLayout+xml"/>
  <Override PartName="/ppt/theme/theme19.xml" ContentType="application/vnd.openxmlformats-officedocument.theme+xml"/>
  <Override PartName="/ppt/slideLayouts/slideLayout20.xml" ContentType="application/vnd.openxmlformats-officedocument.presentationml.slideLayout+xml"/>
  <Override PartName="/ppt/theme/theme20.xml" ContentType="application/vnd.openxmlformats-officedocument.theme+xml"/>
  <Override PartName="/ppt/slideLayouts/slideLayout21.xml" ContentType="application/vnd.openxmlformats-officedocument.presentationml.slideLayout+xml"/>
  <Override PartName="/ppt/theme/theme21.xml" ContentType="application/vnd.openxmlformats-officedocument.theme+xml"/>
  <Override PartName="/ppt/slideLayouts/slideLayout22.xml" ContentType="application/vnd.openxmlformats-officedocument.presentationml.slideLayout+xml"/>
  <Override PartName="/ppt/theme/theme22.xml" ContentType="application/vnd.openxmlformats-officedocument.theme+xml"/>
  <Override PartName="/ppt/slideLayouts/slideLayout23.xml" ContentType="application/vnd.openxmlformats-officedocument.presentationml.slideLayout+xml"/>
  <Override PartName="/ppt/theme/theme2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  <p:sldMasterId id="2147483678" r:id="rId16"/>
    <p:sldMasterId id="2147483680" r:id="rId17"/>
    <p:sldMasterId id="2147483682" r:id="rId18"/>
    <p:sldMasterId id="2147483684" r:id="rId19"/>
    <p:sldMasterId id="2147483686" r:id="rId20"/>
    <p:sldMasterId id="2147483688" r:id="rId21"/>
    <p:sldMasterId id="2147483690" r:id="rId22"/>
    <p:sldMasterId id="2147483692" r:id="rId23"/>
  </p:sldMasterIdLst>
  <p:sldIdLst>
    <p:sldId id="256" r:id="rId24"/>
    <p:sldId id="257" r:id="rId25"/>
    <p:sldId id="259" r:id="rId26"/>
    <p:sldId id="260" r:id="rId27"/>
    <p:sldId id="283" r:id="rId28"/>
    <p:sldId id="261" r:id="rId29"/>
    <p:sldId id="262" r:id="rId30"/>
    <p:sldId id="263" r:id="rId31"/>
    <p:sldId id="264" r:id="rId32"/>
    <p:sldId id="265" r:id="rId33"/>
    <p:sldId id="266" r:id="rId34"/>
    <p:sldId id="267" r:id="rId35"/>
    <p:sldId id="268" r:id="rId36"/>
    <p:sldId id="270" r:id="rId37"/>
    <p:sldId id="271" r:id="rId38"/>
    <p:sldId id="272" r:id="rId39"/>
    <p:sldId id="273" r:id="rId40"/>
    <p:sldId id="274" r:id="rId41"/>
    <p:sldId id="275" r:id="rId42"/>
    <p:sldId id="276" r:id="rId43"/>
    <p:sldId id="277" r:id="rId44"/>
    <p:sldId id="278" r:id="rId45"/>
    <p:sldId id="279" r:id="rId46"/>
    <p:sldId id="280" r:id="rId47"/>
    <p:sldId id="282" r:id="rId48"/>
  </p:sldIdLst>
  <p:sldSz cx="9144000" cy="6858000" type="screen4x3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3.xml"/><Relationship Id="rId39" Type="http://schemas.openxmlformats.org/officeDocument/2006/relationships/slide" Target="slides/slide16.xml"/><Relationship Id="rId3" Type="http://schemas.openxmlformats.org/officeDocument/2006/relationships/slideMaster" Target="slideMasters/slideMaster3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11.xml"/><Relationship Id="rId42" Type="http://schemas.openxmlformats.org/officeDocument/2006/relationships/slide" Target="slides/slide19.xml"/><Relationship Id="rId47" Type="http://schemas.openxmlformats.org/officeDocument/2006/relationships/slide" Target="slides/slide24.xml"/><Relationship Id="rId50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2.xml"/><Relationship Id="rId33" Type="http://schemas.openxmlformats.org/officeDocument/2006/relationships/slide" Target="slides/slide10.xml"/><Relationship Id="rId38" Type="http://schemas.openxmlformats.org/officeDocument/2006/relationships/slide" Target="slides/slide15.xml"/><Relationship Id="rId46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slide" Target="slides/slide6.xml"/><Relationship Id="rId41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.xml"/><Relationship Id="rId32" Type="http://schemas.openxmlformats.org/officeDocument/2006/relationships/slide" Target="slides/slide9.xml"/><Relationship Id="rId37" Type="http://schemas.openxmlformats.org/officeDocument/2006/relationships/slide" Target="slides/slide14.xml"/><Relationship Id="rId40" Type="http://schemas.openxmlformats.org/officeDocument/2006/relationships/slide" Target="slides/slide17.xml"/><Relationship Id="rId45" Type="http://schemas.openxmlformats.org/officeDocument/2006/relationships/slide" Target="slides/slide22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" Target="slides/slide5.xml"/><Relationship Id="rId36" Type="http://schemas.openxmlformats.org/officeDocument/2006/relationships/slide" Target="slides/slide13.xml"/><Relationship Id="rId49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8.xml"/><Relationship Id="rId44" Type="http://schemas.openxmlformats.org/officeDocument/2006/relationships/slide" Target="slides/slide21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" Target="slides/slide4.xml"/><Relationship Id="rId30" Type="http://schemas.openxmlformats.org/officeDocument/2006/relationships/slide" Target="slides/slide7.xml"/><Relationship Id="rId35" Type="http://schemas.openxmlformats.org/officeDocument/2006/relationships/slide" Target="slides/slide12.xml"/><Relationship Id="rId43" Type="http://schemas.openxmlformats.org/officeDocument/2006/relationships/slide" Target="slides/slide20.xml"/><Relationship Id="rId48" Type="http://schemas.openxmlformats.org/officeDocument/2006/relationships/slide" Target="slides/slide25.xml"/><Relationship Id="rId8" Type="http://schemas.openxmlformats.org/officeDocument/2006/relationships/slideMaster" Target="slideMasters/slideMaster8.xml"/><Relationship Id="rId5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Шапка с атом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Шапка с логотипом без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Шапка с логотипом без коня (синя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Шапка с логотипом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Шапка с логотипом коня (сер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Титульны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Заключ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61F8CB2-2119-48E1-83F8-3A546D3801A6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F1EBEC9C-F764-41CA-92DB-F245C72600E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75CAD6C4-D879-42FA-9413-D01DE308D9E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C00AE8AD-0C00-42BF-9012-32C98F509F6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330A1B3E-9B84-4CE0-996C-90A633ABAC3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71B0F1DD-5E63-4C05-BF2C-B2C6CF22E705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1514781E-9A53-4903-B26D-22D5C7292CE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6E484C1D-F3DF-441A-BDF3-301A19E2D4CC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E8DA5537-2CA4-4A7A-A8B0-470234D3D1E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7751914D-9C73-4E37-B5DB-3142BE9B2CC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F6A61F8C-9D01-43B1-A91A-CAB5B2928CB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1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2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6"/>
          <p:cNvSpPr/>
          <p:nvPr/>
        </p:nvSpPr>
        <p:spPr>
          <a:xfrm>
            <a:off x="8408160" y="6453360"/>
            <a:ext cx="10605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4D1FE7CC-C639-45A4-97BA-8E3B236B456A}" type="slidenum">
              <a:rPr lang="ru-RU" sz="1400" b="0" strike="noStrike" spc="-1">
                <a:solidFill>
                  <a:srgbClr val="8F9092"/>
                </a:solidFill>
                <a:latin typeface="Montserrat"/>
              </a:rPr>
              <a:t>‹#›</a:t>
            </a:fld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Рисунок 4"/>
          <p:cNvPicPr/>
          <p:nvPr/>
        </p:nvPicPr>
        <p:blipFill>
          <a:blip r:embed="rId3"/>
          <a:srcRect l="86779" t="32384" r="-4360" b="40678"/>
          <a:stretch/>
        </p:blipFill>
        <p:spPr>
          <a:xfrm>
            <a:off x="0" y="1269720"/>
            <a:ext cx="735120" cy="1503720"/>
          </a:xfrm>
          <a:prstGeom prst="rect">
            <a:avLst/>
          </a:prstGeom>
          <a:ln w="0">
            <a:noFill/>
          </a:ln>
        </p:spPr>
      </p:pic>
      <p:sp>
        <p:nvSpPr>
          <p:cNvPr id="2" name="Прямоугольник 5"/>
          <p:cNvSpPr/>
          <p:nvPr/>
        </p:nvSpPr>
        <p:spPr>
          <a:xfrm>
            <a:off x="0" y="0"/>
            <a:ext cx="9142200" cy="12222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strike="noStrike" spc="-1">
              <a:solidFill>
                <a:srgbClr val="0055BB"/>
              </a:solidFill>
              <a:latin typeface="Calibri"/>
            </a:endParaRPr>
          </a:p>
        </p:txBody>
      </p:sp>
      <p:pic>
        <p:nvPicPr>
          <p:cNvPr id="3" name="Рисунок 7"/>
          <p:cNvPicPr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t="23653" b="46856"/>
          <a:stretch/>
        </p:blipFill>
        <p:spPr>
          <a:xfrm>
            <a:off x="6030360" y="0"/>
            <a:ext cx="3111840" cy="1222200"/>
          </a:xfrm>
          <a:prstGeom prst="rect">
            <a:avLst/>
          </a:prstGeom>
          <a:ln w="0">
            <a:noFill/>
          </a:ln>
        </p:spPr>
      </p:pic>
      <p:pic>
        <p:nvPicPr>
          <p:cNvPr id="4" name="Рисунок 8"/>
          <p:cNvPicPr/>
          <p:nvPr/>
        </p:nvPicPr>
        <p:blipFill>
          <a:blip r:embed="rId3"/>
          <a:srcRect l="61578" t="1514" r="20841" b="88432"/>
          <a:stretch/>
        </p:blipFill>
        <p:spPr>
          <a:xfrm>
            <a:off x="0" y="6296040"/>
            <a:ext cx="735120" cy="560160"/>
          </a:xfrm>
          <a:prstGeom prst="rect">
            <a:avLst/>
          </a:prstGeom>
          <a:ln w="0">
            <a:noFill/>
          </a:ln>
        </p:spPr>
      </p:pic>
      <p:pic>
        <p:nvPicPr>
          <p:cNvPr id="5" name="Рисунок 9"/>
          <p:cNvPicPr/>
          <p:nvPr/>
        </p:nvPicPr>
        <p:blipFill>
          <a:blip r:embed="rId6"/>
          <a:srcRect l="5149" t="45099" r="86067" b="31849"/>
          <a:stretch/>
        </p:blipFill>
        <p:spPr>
          <a:xfrm>
            <a:off x="8777520" y="3382200"/>
            <a:ext cx="366480" cy="128628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4"/>
          <p:cNvPicPr/>
          <p:nvPr/>
        </p:nvPicPr>
        <p:blipFill>
          <a:blip r:embed="rId3"/>
          <a:srcRect l="86779" t="32384" r="-4360" b="40678"/>
          <a:stretch/>
        </p:blipFill>
        <p:spPr>
          <a:xfrm>
            <a:off x="0" y="1269720"/>
            <a:ext cx="735120" cy="1503720"/>
          </a:xfrm>
          <a:prstGeom prst="rect">
            <a:avLst/>
          </a:prstGeom>
          <a:ln w="0">
            <a:noFill/>
          </a:ln>
        </p:spPr>
      </p:pic>
      <p:pic>
        <p:nvPicPr>
          <p:cNvPr id="7" name="Рисунок 8"/>
          <p:cNvPicPr/>
          <p:nvPr/>
        </p:nvPicPr>
        <p:blipFill>
          <a:blip r:embed="rId3"/>
          <a:srcRect l="61578" t="1514" r="20841" b="88432"/>
          <a:stretch/>
        </p:blipFill>
        <p:spPr>
          <a:xfrm>
            <a:off x="0" y="6296040"/>
            <a:ext cx="735120" cy="560160"/>
          </a:xfrm>
          <a:prstGeom prst="rect">
            <a:avLst/>
          </a:prstGeom>
          <a:ln w="0">
            <a:noFill/>
          </a:ln>
        </p:spPr>
      </p:pic>
      <p:pic>
        <p:nvPicPr>
          <p:cNvPr id="8" name="Рисунок 9"/>
          <p:cNvPicPr/>
          <p:nvPr/>
        </p:nvPicPr>
        <p:blipFill>
          <a:blip r:embed="rId4"/>
          <a:srcRect l="5149" t="45099" r="86067" b="31849"/>
          <a:stretch/>
        </p:blipFill>
        <p:spPr>
          <a:xfrm>
            <a:off x="8777520" y="3382200"/>
            <a:ext cx="366480" cy="1286280"/>
          </a:xfrm>
          <a:prstGeom prst="rect">
            <a:avLst/>
          </a:prstGeom>
          <a:ln w="0">
            <a:noFill/>
          </a:ln>
        </p:spPr>
      </p:pic>
      <p:pic>
        <p:nvPicPr>
          <p:cNvPr id="9" name="Рисунок 10"/>
          <p:cNvPicPr/>
          <p:nvPr/>
        </p:nvPicPr>
        <p:blipFill>
          <a:blip r:embed="rId5"/>
          <a:stretch/>
        </p:blipFill>
        <p:spPr>
          <a:xfrm>
            <a:off x="7488720" y="170280"/>
            <a:ext cx="1240200" cy="881280"/>
          </a:xfrm>
          <a:prstGeom prst="rect">
            <a:avLst/>
          </a:prstGeom>
          <a:ln w="0">
            <a:noFill/>
          </a:ln>
        </p:spPr>
      </p:pic>
      <p:sp>
        <p:nvSpPr>
          <p:cNvPr id="10" name="Прямоугольник 11"/>
          <p:cNvSpPr/>
          <p:nvPr/>
        </p:nvSpPr>
        <p:spPr>
          <a:xfrm>
            <a:off x="8408160" y="6453360"/>
            <a:ext cx="10605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9B0CBC45-63C5-4F42-A2B3-1E6D174D58F6}" type="slidenum">
              <a:rPr lang="ru-RU" sz="1400" b="0" strike="noStrike" spc="-1">
                <a:solidFill>
                  <a:srgbClr val="8F9092"/>
                </a:solidFill>
                <a:latin typeface="Montserrat"/>
              </a:rPr>
              <a:t>‹#›</a:t>
            </a:fld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1"/>
          <p:cNvSpPr/>
          <p:nvPr/>
        </p:nvSpPr>
        <p:spPr>
          <a:xfrm>
            <a:off x="0" y="0"/>
            <a:ext cx="9142200" cy="12222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2" name="Рисунок 16"/>
          <p:cNvPicPr/>
          <p:nvPr/>
        </p:nvPicPr>
        <p:blipFill>
          <a:blip r:embed="rId3"/>
          <a:stretch/>
        </p:blipFill>
        <p:spPr>
          <a:xfrm>
            <a:off x="7494480" y="170280"/>
            <a:ext cx="1240200" cy="881280"/>
          </a:xfrm>
          <a:prstGeom prst="rect">
            <a:avLst/>
          </a:prstGeom>
          <a:ln w="0">
            <a:noFill/>
          </a:ln>
        </p:spPr>
      </p:pic>
      <p:pic>
        <p:nvPicPr>
          <p:cNvPr id="13" name="Рисунок 4"/>
          <p:cNvPicPr/>
          <p:nvPr/>
        </p:nvPicPr>
        <p:blipFill>
          <a:blip r:embed="rId4"/>
          <a:srcRect l="86779" t="32384" r="-4360" b="40678"/>
          <a:stretch/>
        </p:blipFill>
        <p:spPr>
          <a:xfrm>
            <a:off x="0" y="1269720"/>
            <a:ext cx="735120" cy="1503720"/>
          </a:xfrm>
          <a:prstGeom prst="rect">
            <a:avLst/>
          </a:prstGeom>
          <a:ln w="0">
            <a:noFill/>
          </a:ln>
        </p:spPr>
      </p:pic>
      <p:pic>
        <p:nvPicPr>
          <p:cNvPr id="14" name="Рисунок 8"/>
          <p:cNvPicPr/>
          <p:nvPr/>
        </p:nvPicPr>
        <p:blipFill>
          <a:blip r:embed="rId4"/>
          <a:srcRect l="61578" t="1514" r="20841" b="88432"/>
          <a:stretch/>
        </p:blipFill>
        <p:spPr>
          <a:xfrm>
            <a:off x="0" y="6296040"/>
            <a:ext cx="735120" cy="560160"/>
          </a:xfrm>
          <a:prstGeom prst="rect">
            <a:avLst/>
          </a:prstGeom>
          <a:ln w="0">
            <a:noFill/>
          </a:ln>
        </p:spPr>
      </p:pic>
      <p:pic>
        <p:nvPicPr>
          <p:cNvPr id="15" name="Рисунок 9"/>
          <p:cNvPicPr/>
          <p:nvPr/>
        </p:nvPicPr>
        <p:blipFill>
          <a:blip r:embed="rId5"/>
          <a:srcRect l="5149" t="45099" r="86067" b="31849"/>
          <a:stretch/>
        </p:blipFill>
        <p:spPr>
          <a:xfrm>
            <a:off x="8777520" y="3382200"/>
            <a:ext cx="366480" cy="1286280"/>
          </a:xfrm>
          <a:prstGeom prst="rect">
            <a:avLst/>
          </a:prstGeom>
          <a:ln w="0">
            <a:noFill/>
          </a:ln>
        </p:spPr>
      </p:pic>
      <p:sp>
        <p:nvSpPr>
          <p:cNvPr id="16" name="Прямоугольник 10"/>
          <p:cNvSpPr/>
          <p:nvPr/>
        </p:nvSpPr>
        <p:spPr>
          <a:xfrm>
            <a:off x="8408160" y="6453360"/>
            <a:ext cx="10605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946E827C-19B3-4A03-9A77-7271B9A02EB3}" type="slidenum">
              <a:rPr lang="ru-RU" sz="1400" b="0" strike="noStrike" spc="-1">
                <a:solidFill>
                  <a:srgbClr val="8F9092"/>
                </a:solidFill>
                <a:latin typeface="Montserrat"/>
              </a:rPr>
              <a:t>‹#›</a:t>
            </a:fld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4"/>
          <p:cNvPicPr/>
          <p:nvPr/>
        </p:nvPicPr>
        <p:blipFill>
          <a:blip r:embed="rId3"/>
          <a:srcRect l="86779" t="32384" r="-4360" b="40678"/>
          <a:stretch/>
        </p:blipFill>
        <p:spPr>
          <a:xfrm>
            <a:off x="0" y="1269720"/>
            <a:ext cx="735120" cy="1503720"/>
          </a:xfrm>
          <a:prstGeom prst="rect">
            <a:avLst/>
          </a:prstGeom>
          <a:ln w="0">
            <a:noFill/>
          </a:ln>
        </p:spPr>
      </p:pic>
      <p:pic>
        <p:nvPicPr>
          <p:cNvPr id="18" name="Рисунок 8"/>
          <p:cNvPicPr/>
          <p:nvPr/>
        </p:nvPicPr>
        <p:blipFill>
          <a:blip r:embed="rId3"/>
          <a:srcRect l="61578" t="1514" r="20841" b="88432"/>
          <a:stretch/>
        </p:blipFill>
        <p:spPr>
          <a:xfrm>
            <a:off x="0" y="6296040"/>
            <a:ext cx="735120" cy="560160"/>
          </a:xfrm>
          <a:prstGeom prst="rect">
            <a:avLst/>
          </a:prstGeom>
          <a:ln w="0">
            <a:noFill/>
          </a:ln>
        </p:spPr>
      </p:pic>
      <p:pic>
        <p:nvPicPr>
          <p:cNvPr id="19" name="Рисунок 9"/>
          <p:cNvPicPr/>
          <p:nvPr/>
        </p:nvPicPr>
        <p:blipFill>
          <a:blip r:embed="rId4"/>
          <a:srcRect l="5149" t="45099" r="86067" b="31849"/>
          <a:stretch/>
        </p:blipFill>
        <p:spPr>
          <a:xfrm>
            <a:off x="8777520" y="3382200"/>
            <a:ext cx="366480" cy="1286280"/>
          </a:xfrm>
          <a:prstGeom prst="rect">
            <a:avLst/>
          </a:prstGeom>
          <a:ln w="0">
            <a:noFill/>
          </a:ln>
        </p:spPr>
      </p:pic>
      <p:pic>
        <p:nvPicPr>
          <p:cNvPr id="20" name="Рисунок 1"/>
          <p:cNvPicPr/>
          <p:nvPr/>
        </p:nvPicPr>
        <p:blipFill>
          <a:blip r:embed="rId5"/>
          <a:stretch/>
        </p:blipFill>
        <p:spPr>
          <a:xfrm>
            <a:off x="7144560" y="-135360"/>
            <a:ext cx="1780200" cy="1510200"/>
          </a:xfrm>
          <a:prstGeom prst="rect">
            <a:avLst/>
          </a:prstGeom>
          <a:ln w="0">
            <a:noFill/>
          </a:ln>
        </p:spPr>
      </p:pic>
      <p:sp>
        <p:nvSpPr>
          <p:cNvPr id="21" name="Прямоугольник 10"/>
          <p:cNvSpPr/>
          <p:nvPr/>
        </p:nvSpPr>
        <p:spPr>
          <a:xfrm>
            <a:off x="8408160" y="6453360"/>
            <a:ext cx="10605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D58DAA77-68D8-41A2-8E7B-D4A926208911}" type="slidenum">
              <a:rPr lang="ru-RU" sz="1400" b="0" strike="noStrike" spc="-1">
                <a:solidFill>
                  <a:srgbClr val="8F9092"/>
                </a:solidFill>
                <a:latin typeface="Montserrat"/>
              </a:rPr>
              <a:t>‹#›</a:t>
            </a:fld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11"/>
          <p:cNvSpPr/>
          <p:nvPr/>
        </p:nvSpPr>
        <p:spPr>
          <a:xfrm>
            <a:off x="0" y="0"/>
            <a:ext cx="9142200" cy="1222200"/>
          </a:xfrm>
          <a:prstGeom prst="rect">
            <a:avLst/>
          </a:prstGeom>
          <a:solidFill>
            <a:srgbClr val="DDD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3" name="Рисунок 4"/>
          <p:cNvPicPr/>
          <p:nvPr/>
        </p:nvPicPr>
        <p:blipFill>
          <a:blip r:embed="rId3"/>
          <a:srcRect l="86779" t="32384" r="-4360" b="40678"/>
          <a:stretch/>
        </p:blipFill>
        <p:spPr>
          <a:xfrm>
            <a:off x="0" y="1269720"/>
            <a:ext cx="735120" cy="1503720"/>
          </a:xfrm>
          <a:prstGeom prst="rect">
            <a:avLst/>
          </a:prstGeom>
          <a:ln w="0">
            <a:noFill/>
          </a:ln>
        </p:spPr>
      </p:pic>
      <p:pic>
        <p:nvPicPr>
          <p:cNvPr id="24" name="Рисунок 8"/>
          <p:cNvPicPr/>
          <p:nvPr/>
        </p:nvPicPr>
        <p:blipFill>
          <a:blip r:embed="rId3"/>
          <a:srcRect l="61578" t="1514" r="20841" b="88432"/>
          <a:stretch/>
        </p:blipFill>
        <p:spPr>
          <a:xfrm>
            <a:off x="0" y="6296040"/>
            <a:ext cx="735120" cy="560160"/>
          </a:xfrm>
          <a:prstGeom prst="rect">
            <a:avLst/>
          </a:prstGeom>
          <a:ln w="0">
            <a:noFill/>
          </a:ln>
        </p:spPr>
      </p:pic>
      <p:pic>
        <p:nvPicPr>
          <p:cNvPr id="25" name="Рисунок 9"/>
          <p:cNvPicPr/>
          <p:nvPr/>
        </p:nvPicPr>
        <p:blipFill>
          <a:blip r:embed="rId4"/>
          <a:srcRect l="5149" t="45099" r="86067" b="31849"/>
          <a:stretch/>
        </p:blipFill>
        <p:spPr>
          <a:xfrm>
            <a:off x="8777520" y="3382200"/>
            <a:ext cx="366480" cy="1286280"/>
          </a:xfrm>
          <a:prstGeom prst="rect">
            <a:avLst/>
          </a:prstGeom>
          <a:ln w="0">
            <a:noFill/>
          </a:ln>
        </p:spPr>
      </p:pic>
      <p:pic>
        <p:nvPicPr>
          <p:cNvPr id="26" name="Рисунок 2"/>
          <p:cNvPicPr/>
          <p:nvPr/>
        </p:nvPicPr>
        <p:blipFill>
          <a:blip r:embed="rId5"/>
          <a:stretch/>
        </p:blipFill>
        <p:spPr>
          <a:xfrm>
            <a:off x="7144560" y="-144000"/>
            <a:ext cx="1780200" cy="1510200"/>
          </a:xfrm>
          <a:prstGeom prst="rect">
            <a:avLst/>
          </a:prstGeom>
          <a:ln w="0">
            <a:noFill/>
          </a:ln>
        </p:spPr>
      </p:pic>
      <p:sp>
        <p:nvSpPr>
          <p:cNvPr id="27" name="Прямоугольник 10"/>
          <p:cNvSpPr/>
          <p:nvPr/>
        </p:nvSpPr>
        <p:spPr>
          <a:xfrm>
            <a:off x="8408160" y="6453360"/>
            <a:ext cx="10605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7C5D6127-EDB4-4327-95C7-DFEA601528C1}" type="slidenum">
              <a:rPr lang="ru-RU" sz="1400" b="0" strike="noStrike" spc="-1">
                <a:solidFill>
                  <a:srgbClr val="8F9092"/>
                </a:solidFill>
                <a:latin typeface="Montserrat"/>
              </a:rPr>
              <a:t>‹#›</a:t>
            </a:fld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Рисунок 1"/>
          <p:cNvPicPr/>
          <p:nvPr/>
        </p:nvPicPr>
        <p:blipFill>
          <a:blip r:embed="rId3"/>
          <a:stretch/>
        </p:blipFill>
        <p:spPr>
          <a:xfrm>
            <a:off x="5579640" y="2898000"/>
            <a:ext cx="3562560" cy="3958200"/>
          </a:xfrm>
          <a:prstGeom prst="rect">
            <a:avLst/>
          </a:prstGeom>
          <a:ln w="0">
            <a:noFill/>
          </a:ln>
        </p:spPr>
      </p:pic>
      <p:pic>
        <p:nvPicPr>
          <p:cNvPr id="29" name="Рисунок 4"/>
          <p:cNvPicPr/>
          <p:nvPr/>
        </p:nvPicPr>
        <p:blipFill>
          <a:blip r:embed="rId4"/>
          <a:stretch/>
        </p:blipFill>
        <p:spPr>
          <a:xfrm>
            <a:off x="420120" y="558720"/>
            <a:ext cx="1861200" cy="165420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Рисунок 3"/>
          <p:cNvPicPr/>
          <p:nvPr/>
        </p:nvPicPr>
        <p:blipFill>
          <a:blip r:embed="rId3"/>
          <a:stretch/>
        </p:blipFill>
        <p:spPr>
          <a:xfrm>
            <a:off x="0" y="1169280"/>
            <a:ext cx="4413600" cy="408672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Рисунок 5"/>
          <p:cNvPicPr/>
          <p:nvPr/>
        </p:nvPicPr>
        <p:blipFill>
          <a:blip r:embed="rId3"/>
          <a:stretch/>
        </p:blipFill>
        <p:spPr>
          <a:xfrm>
            <a:off x="5579640" y="2898000"/>
            <a:ext cx="3562560" cy="395820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8880" cy="124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ftr" idx="1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34" name="PlaceHolder 3"/>
          <p:cNvSpPr>
            <a:spLocks noGrp="1"/>
          </p:cNvSpPr>
          <p:nvPr>
            <p:ph type="sldNum" idx="2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615485F-8997-4769-8740-C7ECB236B8F3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3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ftr" idx="4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sldNum" idx="5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26AD2D7-0FD4-4B30-A3E4-37F5811CEDDD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6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7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sldNum" idx="8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BF299BE-CD01-4E68-9077-8B507B8B25AD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9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Рисунок 1"/>
          <p:cNvPicPr/>
          <p:nvPr/>
        </p:nvPicPr>
        <p:blipFill>
          <a:blip r:embed="rId3"/>
          <a:stretch/>
        </p:blipFill>
        <p:spPr>
          <a:xfrm>
            <a:off x="5579640" y="2898000"/>
            <a:ext cx="3562560" cy="3958200"/>
          </a:xfrm>
          <a:prstGeom prst="rect">
            <a:avLst/>
          </a:prstGeom>
          <a:ln w="0">
            <a:noFill/>
          </a:ln>
        </p:spPr>
      </p:pic>
      <p:pic>
        <p:nvPicPr>
          <p:cNvPr id="45" name="Рисунок 4"/>
          <p:cNvPicPr/>
          <p:nvPr/>
        </p:nvPicPr>
        <p:blipFill>
          <a:blip r:embed="rId4"/>
          <a:stretch/>
        </p:blipFill>
        <p:spPr>
          <a:xfrm>
            <a:off x="420120" y="558720"/>
            <a:ext cx="1861200" cy="1654200"/>
          </a:xfrm>
          <a:prstGeom prst="rect">
            <a:avLst/>
          </a:prstGeom>
          <a:ln w="0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Прямоугольник 6"/>
          <p:cNvSpPr/>
          <p:nvPr/>
        </p:nvSpPr>
        <p:spPr>
          <a:xfrm>
            <a:off x="8408160" y="6453360"/>
            <a:ext cx="10605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4582C956-EBEA-4FCA-9439-12DAF8B7152E}" type="slidenum">
              <a:rPr lang="ru-RU" sz="1400" b="0" strike="noStrike" spc="-1">
                <a:solidFill>
                  <a:srgbClr val="8F9092"/>
                </a:solidFill>
                <a:latin typeface="Montserrat"/>
              </a:rPr>
              <a:t>‹#›</a:t>
            </a:fld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" name="Рисунок 4"/>
          <p:cNvPicPr/>
          <p:nvPr/>
        </p:nvPicPr>
        <p:blipFill>
          <a:blip r:embed="rId3"/>
          <a:srcRect l="86779" t="32384" r="-4360" b="40678"/>
          <a:stretch/>
        </p:blipFill>
        <p:spPr>
          <a:xfrm>
            <a:off x="0" y="1269720"/>
            <a:ext cx="735120" cy="1503720"/>
          </a:xfrm>
          <a:prstGeom prst="rect">
            <a:avLst/>
          </a:prstGeom>
          <a:ln w="0">
            <a:noFill/>
          </a:ln>
        </p:spPr>
      </p:pic>
      <p:sp>
        <p:nvSpPr>
          <p:cNvPr id="50" name="Прямоугольник 5"/>
          <p:cNvSpPr/>
          <p:nvPr/>
        </p:nvSpPr>
        <p:spPr>
          <a:xfrm>
            <a:off x="0" y="0"/>
            <a:ext cx="9142200" cy="12222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strike="noStrike" spc="-1">
              <a:solidFill>
                <a:srgbClr val="0055BB"/>
              </a:solidFill>
              <a:latin typeface="Calibri"/>
            </a:endParaRPr>
          </a:p>
        </p:txBody>
      </p:sp>
      <p:pic>
        <p:nvPicPr>
          <p:cNvPr id="51" name="Рисунок 7"/>
          <p:cNvPicPr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t="23653" b="46856"/>
          <a:stretch/>
        </p:blipFill>
        <p:spPr>
          <a:xfrm>
            <a:off x="6030360" y="0"/>
            <a:ext cx="3111840" cy="1222200"/>
          </a:xfrm>
          <a:prstGeom prst="rect">
            <a:avLst/>
          </a:prstGeom>
          <a:ln w="0">
            <a:noFill/>
          </a:ln>
        </p:spPr>
      </p:pic>
      <p:pic>
        <p:nvPicPr>
          <p:cNvPr id="52" name="Рисунок 8"/>
          <p:cNvPicPr/>
          <p:nvPr/>
        </p:nvPicPr>
        <p:blipFill>
          <a:blip r:embed="rId3"/>
          <a:srcRect l="61578" t="1514" r="20841" b="88432"/>
          <a:stretch/>
        </p:blipFill>
        <p:spPr>
          <a:xfrm>
            <a:off x="0" y="6296040"/>
            <a:ext cx="735120" cy="560160"/>
          </a:xfrm>
          <a:prstGeom prst="rect">
            <a:avLst/>
          </a:prstGeom>
          <a:ln w="0">
            <a:noFill/>
          </a:ln>
        </p:spPr>
      </p:pic>
      <p:pic>
        <p:nvPicPr>
          <p:cNvPr id="53" name="Рисунок 9"/>
          <p:cNvPicPr/>
          <p:nvPr/>
        </p:nvPicPr>
        <p:blipFill>
          <a:blip r:embed="rId5"/>
          <a:srcRect l="5149" t="45099" r="86067" b="31849"/>
          <a:stretch/>
        </p:blipFill>
        <p:spPr>
          <a:xfrm>
            <a:off x="8777520" y="3382200"/>
            <a:ext cx="366480" cy="1286280"/>
          </a:xfrm>
          <a:prstGeom prst="rect">
            <a:avLst/>
          </a:prstGeom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Рисунок 4"/>
          <p:cNvPicPr/>
          <p:nvPr/>
        </p:nvPicPr>
        <p:blipFill>
          <a:blip r:embed="rId3"/>
          <a:srcRect l="86779" t="32384" r="-4360" b="40678"/>
          <a:stretch/>
        </p:blipFill>
        <p:spPr>
          <a:xfrm>
            <a:off x="0" y="1269720"/>
            <a:ext cx="735120" cy="1503720"/>
          </a:xfrm>
          <a:prstGeom prst="rect">
            <a:avLst/>
          </a:prstGeom>
          <a:ln w="0">
            <a:noFill/>
          </a:ln>
        </p:spPr>
      </p:pic>
      <p:pic>
        <p:nvPicPr>
          <p:cNvPr id="57" name="Рисунок 8"/>
          <p:cNvPicPr/>
          <p:nvPr/>
        </p:nvPicPr>
        <p:blipFill>
          <a:blip r:embed="rId3"/>
          <a:srcRect l="61578" t="1514" r="20841" b="88432"/>
          <a:stretch/>
        </p:blipFill>
        <p:spPr>
          <a:xfrm>
            <a:off x="0" y="6296040"/>
            <a:ext cx="735120" cy="560160"/>
          </a:xfrm>
          <a:prstGeom prst="rect">
            <a:avLst/>
          </a:prstGeom>
          <a:ln w="0">
            <a:noFill/>
          </a:ln>
        </p:spPr>
      </p:pic>
      <p:pic>
        <p:nvPicPr>
          <p:cNvPr id="58" name="Рисунок 9"/>
          <p:cNvPicPr/>
          <p:nvPr/>
        </p:nvPicPr>
        <p:blipFill>
          <a:blip r:embed="rId4"/>
          <a:srcRect l="5149" t="45099" r="86067" b="31849"/>
          <a:stretch/>
        </p:blipFill>
        <p:spPr>
          <a:xfrm>
            <a:off x="8777520" y="3382200"/>
            <a:ext cx="366480" cy="1286280"/>
          </a:xfrm>
          <a:prstGeom prst="rect">
            <a:avLst/>
          </a:prstGeom>
          <a:ln w="0">
            <a:noFill/>
          </a:ln>
        </p:spPr>
      </p:pic>
      <p:pic>
        <p:nvPicPr>
          <p:cNvPr id="59" name="Рисунок 10"/>
          <p:cNvPicPr/>
          <p:nvPr/>
        </p:nvPicPr>
        <p:blipFill>
          <a:blip r:embed="rId5"/>
          <a:stretch/>
        </p:blipFill>
        <p:spPr>
          <a:xfrm>
            <a:off x="7488720" y="170280"/>
            <a:ext cx="1240200" cy="881280"/>
          </a:xfrm>
          <a:prstGeom prst="rect">
            <a:avLst/>
          </a:prstGeom>
          <a:ln w="0">
            <a:noFill/>
          </a:ln>
        </p:spPr>
      </p:pic>
      <p:sp>
        <p:nvSpPr>
          <p:cNvPr id="60" name="Прямоугольник 11"/>
          <p:cNvSpPr/>
          <p:nvPr/>
        </p:nvSpPr>
        <p:spPr>
          <a:xfrm>
            <a:off x="8408160" y="6453360"/>
            <a:ext cx="10605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561B0A61-5B8D-43EE-9C14-9EE65F81362B}" type="slidenum">
              <a:rPr lang="ru-RU" sz="1400" b="0" strike="noStrike" spc="-1">
                <a:solidFill>
                  <a:srgbClr val="8F9092"/>
                </a:solidFill>
                <a:latin typeface="Montserrat"/>
              </a:rPr>
              <a:t>‹#›</a:t>
            </a:fld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Рисунок 5"/>
          <p:cNvPicPr/>
          <p:nvPr/>
        </p:nvPicPr>
        <p:blipFill>
          <a:blip r:embed="rId3"/>
          <a:stretch/>
        </p:blipFill>
        <p:spPr>
          <a:xfrm>
            <a:off x="5579640" y="2898000"/>
            <a:ext cx="3562560" cy="3958200"/>
          </a:xfrm>
          <a:prstGeom prst="rect">
            <a:avLst/>
          </a:prstGeom>
          <a:ln w="0">
            <a:noFill/>
          </a:ln>
        </p:spPr>
      </p:pic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8880" cy="124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68" name="PlaceHolder 3"/>
          <p:cNvSpPr>
            <a:spLocks noGrp="1"/>
          </p:cNvSpPr>
          <p:nvPr>
            <p:ph type="ftr" idx="10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69" name="PlaceHolder 4"/>
          <p:cNvSpPr>
            <a:spLocks noGrp="1"/>
          </p:cNvSpPr>
          <p:nvPr>
            <p:ph type="sldNum" idx="11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E0FD9F8-02C9-4997-BAB0-415E76E4660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dt" idx="12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ftr" idx="13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74" name="PlaceHolder 2"/>
          <p:cNvSpPr>
            <a:spLocks noGrp="1"/>
          </p:cNvSpPr>
          <p:nvPr>
            <p:ph type="sldNum" idx="14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53F23AD-8196-46FE-8AFD-ADD9C2FB63A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dt" idx="15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8880" cy="124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3333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3333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79" name="PlaceHolder 4"/>
          <p:cNvSpPr>
            <a:spLocks noGrp="1"/>
          </p:cNvSpPr>
          <p:nvPr>
            <p:ph type="ftr" idx="16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80" name="PlaceHolder 5"/>
          <p:cNvSpPr>
            <a:spLocks noGrp="1"/>
          </p:cNvSpPr>
          <p:nvPr>
            <p:ph type="sldNum" idx="17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3B7A75F-A608-46F2-A5B2-649869A43DCD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dt" idx="18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ftr" idx="19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86" name="PlaceHolder 2"/>
          <p:cNvSpPr>
            <a:spLocks noGrp="1"/>
          </p:cNvSpPr>
          <p:nvPr>
            <p:ph type="sldNum" idx="20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528688-1F62-4BE9-968E-05205616A26B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dt" idx="21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8880" cy="124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9" name="PlaceHolder 2"/>
          <p:cNvSpPr>
            <a:spLocks noGrp="1"/>
          </p:cNvSpPr>
          <p:nvPr>
            <p:ph type="ftr" idx="22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90" name="PlaceHolder 3"/>
          <p:cNvSpPr>
            <a:spLocks noGrp="1"/>
          </p:cNvSpPr>
          <p:nvPr>
            <p:ph type="sldNum" idx="23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A4AE567-1F7F-4F4D-9751-17B31795CFF7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dt" idx="24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ftr" idx="25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94" name="PlaceHolder 2"/>
          <p:cNvSpPr>
            <a:spLocks noGrp="1"/>
          </p:cNvSpPr>
          <p:nvPr>
            <p:ph type="sldNum" idx="26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49C6610-3A4C-432C-9F67-E3C6CDC9EA54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dt" idx="27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ftr" idx="28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97" name="PlaceHolder 2"/>
          <p:cNvSpPr>
            <a:spLocks noGrp="1"/>
          </p:cNvSpPr>
          <p:nvPr>
            <p:ph type="sldNum" idx="29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2A788AF-51CC-42FD-BF93-72F88B1CCC86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dt" idx="30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ftr" idx="31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100" name="PlaceHolder 2"/>
          <p:cNvSpPr>
            <a:spLocks noGrp="1"/>
          </p:cNvSpPr>
          <p:nvPr>
            <p:ph type="sldNum" idx="32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47C13D9-9936-4D57-9C65-DD473954E7B3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dt" idx="33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/>
          </p:nvPr>
        </p:nvSpPr>
        <p:spPr>
          <a:xfrm>
            <a:off x="420120" y="5023440"/>
            <a:ext cx="7684560" cy="90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ru-RU" sz="2400" b="0" strike="noStrike" spc="-1" dirty="0">
                <a:solidFill>
                  <a:schemeClr val="lt1">
                    <a:lumMod val="65000"/>
                  </a:schemeClr>
                </a:solidFill>
                <a:latin typeface="Montserrat" panose="00000500000000000000" pitchFamily="2" charset="-52"/>
              </a:rPr>
              <a:t>Подготовил: Химач М.Е.</a:t>
            </a:r>
            <a:endParaRPr lang="ru-RU" sz="24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  <a:p>
            <a:pPr indent="0" defTabSz="9144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ru-RU" sz="2400" b="0" strike="noStrike" spc="-1" dirty="0">
                <a:solidFill>
                  <a:schemeClr val="lt1">
                    <a:lumMod val="65000"/>
                  </a:schemeClr>
                </a:solidFill>
                <a:latin typeface="Montserrat" panose="00000500000000000000" pitchFamily="2" charset="-52"/>
              </a:rPr>
              <a:t>Руководитель: Лебедев Д. С.</a:t>
            </a:r>
            <a:endParaRPr lang="ru-RU" sz="24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292104" y="2278440"/>
            <a:ext cx="9213840" cy="186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ru-RU" b="1" strike="noStrike" spc="-1" dirty="0">
                <a:solidFill>
                  <a:srgbClr val="0055BB"/>
                </a:solidFill>
                <a:latin typeface="Montserrat" panose="00000500000000000000" pitchFamily="2" charset="-52"/>
                <a:cs typeface="Arial" panose="020B0604020202020204" pitchFamily="34" charset="0"/>
              </a:rPr>
              <a:t>Выпускная квалификационная работа</a:t>
            </a:r>
            <a:endParaRPr lang="ru-RU" b="0" strike="noStrike" spc="-1" dirty="0">
              <a:solidFill>
                <a:srgbClr val="000000"/>
              </a:solidFill>
              <a:latin typeface="Montserrat" panose="00000500000000000000" pitchFamily="2" charset="-52"/>
              <a:cs typeface="Arial" panose="020B0604020202020204" pitchFamily="34" charset="0"/>
            </a:endParaRPr>
          </a:p>
          <a:p>
            <a:pPr indent="0" defTabSz="9144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endParaRPr lang="ru-RU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Текст 12"/>
          <p:cNvSpPr/>
          <p:nvPr/>
        </p:nvSpPr>
        <p:spPr>
          <a:xfrm>
            <a:off x="566928" y="3547080"/>
            <a:ext cx="8311896" cy="15835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ru-RU" sz="24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Тема: «</a:t>
            </a:r>
            <a:r>
              <a:rPr lang="ru-RU" sz="2000" b="0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Разработка программного модуля для сопровождения ведения журнала учета разрешений замены материала в ИС МКАДД</a:t>
            </a:r>
            <a:r>
              <a:rPr lang="ru-RU" sz="24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»</a:t>
            </a:r>
            <a:endParaRPr lang="ru-RU" sz="24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endParaRPr lang="ru-RU" sz="24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4F14C80-69C1-D722-1FCB-BC50F086E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730" y="604115"/>
            <a:ext cx="2400635" cy="120031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17864BE-E4C5-C7BD-60BF-726C873CF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133" y="448005"/>
            <a:ext cx="2400635" cy="16939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19760" y="359280"/>
            <a:ext cx="8309520" cy="52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800" b="1" strike="noStrike" spc="-1" dirty="0">
                <a:solidFill>
                  <a:schemeClr val="lt1"/>
                </a:solidFill>
                <a:latin typeface="Montserrat"/>
              </a:rPr>
              <a:t>Объект и предмет исследования, цель работы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209520" y="1963120"/>
            <a:ext cx="8812560" cy="4214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ru-RU" sz="2000" b="1" dirty="0">
                <a:latin typeface="Montserrat" panose="00000500000000000000" pitchFamily="2" charset="-52"/>
                <a:ea typeface="Times New Roman" panose="02020603050405020304" pitchFamily="18" charset="0"/>
              </a:rPr>
              <a:t>Объект исследования</a:t>
            </a:r>
            <a:r>
              <a:rPr lang="ru-RU" sz="2000" dirty="0">
                <a:latin typeface="Montserrat" panose="00000500000000000000" pitchFamily="2" charset="-52"/>
                <a:ea typeface="Times New Roman" panose="02020603050405020304" pitchFamily="18" charset="0"/>
              </a:rPr>
              <a:t>: </a:t>
            </a:r>
            <a:r>
              <a:rPr lang="ru-RU" sz="2000" spc="-1" dirty="0">
                <a:solidFill>
                  <a:schemeClr val="dk1"/>
                </a:solidFill>
                <a:latin typeface="Montserrat" panose="00000500000000000000" pitchFamily="2" charset="-52"/>
                <a:ea typeface="Times New Roman" panose="02020603050405020304" pitchFamily="18" charset="0"/>
              </a:rPr>
              <a:t>п</a:t>
            </a:r>
            <a:r>
              <a:rPr lang="ru-RU" sz="2000" strike="noStrike" spc="-1" dirty="0">
                <a:solidFill>
                  <a:schemeClr val="dk1"/>
                </a:solidFill>
                <a:latin typeface="Montserrat" panose="00000500000000000000" pitchFamily="2" charset="-52"/>
              </a:rPr>
              <a:t>роцесс учета и управления разрешениями на замену материалов в рамках эксплуатации информационной системы МКАДД на предприятии «ФГУП Комбинат «Электрохимприбор».</a:t>
            </a:r>
            <a:endParaRPr lang="en-US" sz="2000" strike="noStrike" spc="-1" dirty="0">
              <a:solidFill>
                <a:schemeClr val="dk1"/>
              </a:solidFill>
              <a:latin typeface="Montserrat" panose="00000500000000000000" pitchFamily="2" charset="-52"/>
            </a:endParaRPr>
          </a:p>
          <a:p>
            <a:pPr indent="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ru-RU" sz="2000" b="1" dirty="0">
                <a:latin typeface="Montserrat" panose="00000500000000000000" pitchFamily="2" charset="-52"/>
                <a:ea typeface="Times New Roman" panose="02020603050405020304" pitchFamily="18" charset="0"/>
              </a:rPr>
              <a:t>Предмет исследования: </a:t>
            </a:r>
            <a:r>
              <a:rPr lang="ru-RU" sz="2000" spc="-1" dirty="0">
                <a:solidFill>
                  <a:schemeClr val="dk1"/>
                </a:solidFill>
                <a:latin typeface="Montserrat" panose="00000500000000000000" pitchFamily="2" charset="-52"/>
              </a:rPr>
              <a:t>методы и подходы к автоматизации процессов учета разрешений на замену материалов с использованием веб-технологий.</a:t>
            </a:r>
          </a:p>
          <a:p>
            <a:pPr indent="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ru-RU" sz="2000" b="1" dirty="0">
                <a:latin typeface="Montserrat" panose="00000500000000000000" pitchFamily="2" charset="-52"/>
                <a:ea typeface="Times New Roman" panose="02020603050405020304" pitchFamily="18" charset="0"/>
              </a:rPr>
              <a:t>Цель</a:t>
            </a:r>
            <a:r>
              <a:rPr lang="ru-RU" sz="2000" b="1" spc="-30" dirty="0">
                <a:latin typeface="Montserrat" panose="00000500000000000000" pitchFamily="2" charset="-52"/>
                <a:ea typeface="Times New Roman" panose="02020603050405020304" pitchFamily="18" charset="0"/>
              </a:rPr>
              <a:t> </a:t>
            </a:r>
            <a:r>
              <a:rPr lang="ru-RU" sz="2000" b="1" dirty="0">
                <a:latin typeface="Montserrat" panose="00000500000000000000" pitchFamily="2" charset="-52"/>
                <a:ea typeface="Times New Roman" panose="02020603050405020304" pitchFamily="18" charset="0"/>
              </a:rPr>
              <a:t>работы</a:t>
            </a:r>
            <a:r>
              <a:rPr lang="en-US" sz="2000" b="1" dirty="0">
                <a:latin typeface="Montserrat" panose="00000500000000000000" pitchFamily="2" charset="-52"/>
                <a:ea typeface="Times New Roman" panose="02020603050405020304" pitchFamily="18" charset="0"/>
              </a:rPr>
              <a:t>: </a:t>
            </a:r>
            <a:r>
              <a:rPr lang="ru-RU" sz="2000" spc="-1" dirty="0">
                <a:solidFill>
                  <a:schemeClr val="dk1"/>
                </a:solidFill>
                <a:latin typeface="Montserrat" panose="00000500000000000000" pitchFamily="2" charset="-52"/>
                <a:cs typeface="Arial" panose="020B0604020202020204" pitchFamily="34" charset="0"/>
              </a:rPr>
              <a:t>разработка программного модуля, который позволит автоматизировать учет разрешений на замену материалов, обеспечивая импортонезависимость , точность данных и возможность анализа информации.</a:t>
            </a:r>
            <a:endParaRPr lang="ru-RU" sz="2000" spc="-1" dirty="0">
              <a:solidFill>
                <a:srgbClr val="000000"/>
              </a:solidFill>
              <a:latin typeface="Montserrat" panose="00000500000000000000" pitchFamily="2" charset="-52"/>
              <a:cs typeface="Arial" panose="020B0604020202020204" pitchFamily="34" charset="0"/>
            </a:endParaRPr>
          </a:p>
          <a:p>
            <a:pPr indent="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endParaRPr lang="ru-RU" sz="2000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  <a:p>
            <a:pPr indent="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endParaRPr lang="ru-RU" sz="200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19760" y="359280"/>
            <a:ext cx="8309520" cy="52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800" b="1" strike="noStrike" spc="-1" dirty="0">
                <a:solidFill>
                  <a:schemeClr val="lt1"/>
                </a:solidFill>
                <a:latin typeface="Montserrat" panose="00000500000000000000" pitchFamily="2" charset="-52"/>
                <a:cs typeface="Arial" panose="020B0604020202020204" pitchFamily="34" charset="0"/>
              </a:rPr>
              <a:t>Задачи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  <a:cs typeface="Arial" panose="020B0604020202020204" pitchFamily="34" charset="0"/>
            </a:endParaRPr>
          </a:p>
        </p:txBody>
      </p:sp>
      <p:sp>
        <p:nvSpPr>
          <p:cNvPr id="112" name="Прямоугольник 2"/>
          <p:cNvSpPr/>
          <p:nvPr/>
        </p:nvSpPr>
        <p:spPr>
          <a:xfrm>
            <a:off x="558840" y="1689920"/>
            <a:ext cx="8309520" cy="48152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ru-RU" b="0" strike="noStrike" spc="-1" dirty="0">
                <a:solidFill>
                  <a:schemeClr val="dk1"/>
                </a:solidFill>
                <a:latin typeface="Montserrat" panose="00000500000000000000" pitchFamily="2" charset="-52"/>
                <a:ea typeface="PT Astra Serif"/>
              </a:rPr>
              <a:t>Провести анализ существующих подходов к ведению учета разрешений на замену материалов и выявить требования к системе</a:t>
            </a:r>
            <a:endParaRPr lang="ru-RU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ru-RU" b="0" strike="noStrike" spc="-1" dirty="0">
                <a:solidFill>
                  <a:schemeClr val="dk1"/>
                </a:solidFill>
                <a:latin typeface="Montserrat" panose="00000500000000000000" pitchFamily="2" charset="-52"/>
                <a:ea typeface="PT Astra Serif"/>
              </a:rPr>
              <a:t>Изучить существующую на предприятии систему для дальнейшей интеграции и составить модель бизнес-процесса</a:t>
            </a:r>
            <a:endParaRPr lang="ru-RU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ru-RU" b="0" strike="noStrike" spc="-1" dirty="0">
                <a:solidFill>
                  <a:schemeClr val="dk1"/>
                </a:solidFill>
                <a:latin typeface="Montserrat" panose="00000500000000000000" pitchFamily="2" charset="-52"/>
                <a:ea typeface="Calibri"/>
              </a:rPr>
              <a:t>Проектирование базы данных</a:t>
            </a:r>
            <a:endParaRPr lang="ru-RU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ru-RU" b="0" strike="noStrike" spc="-1" dirty="0">
                <a:solidFill>
                  <a:schemeClr val="dk1"/>
                </a:solidFill>
                <a:latin typeface="Montserrat" panose="00000500000000000000" pitchFamily="2" charset="-52"/>
                <a:ea typeface="Calibri"/>
              </a:rPr>
              <a:t>Разработка серверной части приложения</a:t>
            </a:r>
            <a:endParaRPr lang="ru-RU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ru-RU" b="0" strike="noStrike" spc="-1" dirty="0">
                <a:solidFill>
                  <a:schemeClr val="dk1"/>
                </a:solidFill>
                <a:latin typeface="Montserrat" panose="00000500000000000000" pitchFamily="2" charset="-52"/>
                <a:ea typeface="Calibri"/>
              </a:rPr>
              <a:t>Разработка клиентской части приложения</a:t>
            </a:r>
            <a:endParaRPr lang="ru-RU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ru-RU" b="0" strike="noStrike" spc="-1" dirty="0">
                <a:solidFill>
                  <a:schemeClr val="dk1"/>
                </a:solidFill>
                <a:latin typeface="Montserrat" panose="00000500000000000000" pitchFamily="2" charset="-52"/>
                <a:ea typeface="Calibri"/>
              </a:rPr>
              <a:t>Протестировать программный продукт</a:t>
            </a:r>
            <a:endParaRPr lang="ru-RU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ru-RU" b="0" strike="noStrike" spc="-1" dirty="0">
                <a:solidFill>
                  <a:schemeClr val="dk1"/>
                </a:solidFill>
                <a:latin typeface="Montserrat" panose="00000500000000000000" pitchFamily="2" charset="-52"/>
                <a:ea typeface="Calibri"/>
              </a:rPr>
              <a:t>Составить руководство пользователя</a:t>
            </a:r>
            <a:endParaRPr lang="ru-RU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ru-RU" b="0" strike="noStrike" spc="-1" dirty="0">
                <a:solidFill>
                  <a:schemeClr val="dk1"/>
                </a:solidFill>
                <a:latin typeface="Montserrat" panose="00000500000000000000" pitchFamily="2" charset="-52"/>
                <a:ea typeface="Calibri"/>
              </a:rPr>
              <a:t>Проанализировать эффект от внедрения разработки</a:t>
            </a:r>
            <a:endParaRPr lang="ru-RU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  <a:p>
            <a:pPr defTabSz="914400">
              <a:lnSpc>
                <a:spcPct val="100000"/>
              </a:lnSpc>
            </a:pPr>
            <a:r>
              <a:rPr lang="ru-RU" sz="1050" b="0" strike="noStrike" spc="-1" dirty="0">
                <a:solidFill>
                  <a:srgbClr val="000000"/>
                </a:solidFill>
                <a:latin typeface="Montserrat" panose="00000500000000000000" pitchFamily="2" charset="-52"/>
                <a:ea typeface="Source Han Sans CN Regular"/>
              </a:rPr>
              <a:t> </a:t>
            </a:r>
            <a:endParaRPr lang="ru-RU" sz="105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Заголовок 2"/>
          <p:cNvSpPr/>
          <p:nvPr/>
        </p:nvSpPr>
        <p:spPr>
          <a:xfrm>
            <a:off x="419760" y="359280"/>
            <a:ext cx="8309520" cy="52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ru-RU" sz="2800" b="1" strike="noStrike" spc="-1" dirty="0">
                <a:solidFill>
                  <a:schemeClr val="lt1"/>
                </a:solidFill>
                <a:latin typeface="Montserrat"/>
              </a:rPr>
              <a:t>Стек технологий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BB901-B6BD-150A-C6A7-28CF0A2FA70C}"/>
              </a:ext>
            </a:extLst>
          </p:cNvPr>
          <p:cNvSpPr txBox="1"/>
          <p:nvPr/>
        </p:nvSpPr>
        <p:spPr>
          <a:xfrm>
            <a:off x="345440" y="1971040"/>
            <a:ext cx="951992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3200" dirty="0">
                <a:latin typeface="Montserrat" panose="00000500000000000000" pitchFamily="2" charset="-52"/>
              </a:rPr>
              <a:t>Python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200" dirty="0">
                <a:latin typeface="Montserrat" panose="00000500000000000000" pitchFamily="2" charset="-52"/>
              </a:rPr>
              <a:t>Django </a:t>
            </a:r>
            <a:r>
              <a:rPr lang="ru-RU" sz="3200" dirty="0">
                <a:latin typeface="Montserrat" panose="00000500000000000000" pitchFamily="2" charset="-52"/>
              </a:rPr>
              <a:t> </a:t>
            </a:r>
            <a:endParaRPr lang="en-US" sz="3200" dirty="0">
              <a:latin typeface="Montserrat" panose="00000500000000000000" pitchFamily="2" charset="-52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200" dirty="0">
                <a:latin typeface="Montserrat" panose="00000500000000000000" pitchFamily="2" charset="-52"/>
              </a:rPr>
              <a:t>Django Rest Framework</a:t>
            </a:r>
            <a:endParaRPr lang="ru-RU" sz="3200" dirty="0">
              <a:latin typeface="Montserrat" panose="00000500000000000000" pitchFamily="2" charset="-52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200" dirty="0">
                <a:latin typeface="Montserrat" panose="00000500000000000000" pitchFamily="2" charset="-52"/>
              </a:rPr>
              <a:t>HTML </a:t>
            </a:r>
            <a:r>
              <a:rPr lang="ru-RU" sz="3200" dirty="0">
                <a:latin typeface="Montserrat" panose="00000500000000000000" pitchFamily="2" charset="-52"/>
              </a:rPr>
              <a:t>и </a:t>
            </a:r>
            <a:r>
              <a:rPr lang="en-US" sz="3200" dirty="0">
                <a:latin typeface="Montserrat" panose="00000500000000000000" pitchFamily="2" charset="-52"/>
              </a:rPr>
              <a:t>CSS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200" dirty="0">
                <a:latin typeface="Montserrat" panose="00000500000000000000" pitchFamily="2" charset="-52"/>
              </a:rPr>
              <a:t>Bootstrap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200" dirty="0">
                <a:latin typeface="Montserrat" panose="00000500000000000000" pitchFamily="2" charset="-52"/>
              </a:rPr>
              <a:t>JavaScript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200" dirty="0">
                <a:latin typeface="Montserrat" panose="00000500000000000000" pitchFamily="2" charset="-52"/>
              </a:rPr>
              <a:t>Postgres Pro</a:t>
            </a:r>
            <a:endParaRPr lang="ru-RU" sz="3200" dirty="0">
              <a:latin typeface="Montserrat" panose="00000500000000000000" pitchFamily="2" charset="-5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>
            <a:extLst>
              <a:ext uri="{FF2B5EF4-FFF2-40B4-BE49-F238E27FC236}">
                <a16:creationId xmlns:a16="http://schemas.microsoft.com/office/drawing/2014/main" id="{56A866A9-504F-F781-275D-32992AFB1A97}"/>
              </a:ext>
            </a:extLst>
          </p:cNvPr>
          <p:cNvSpPr/>
          <p:nvPr/>
        </p:nvSpPr>
        <p:spPr>
          <a:xfrm>
            <a:off x="419760" y="359280"/>
            <a:ext cx="8309520" cy="52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ru-RU" sz="2800" b="1" strike="noStrike" spc="-1" dirty="0">
                <a:solidFill>
                  <a:schemeClr val="lt1"/>
                </a:solidFill>
                <a:latin typeface="Montserrat"/>
              </a:rPr>
              <a:t>Архитектура приложения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FF60544F-7532-AEE9-8261-B8446C31F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" y="2240746"/>
            <a:ext cx="8107680" cy="3493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1403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345617D-D08C-C561-A757-D3E961820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19760" y="359280"/>
            <a:ext cx="6897960" cy="52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/>
              </a:rPr>
              <a:t>Бизнес-процесс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Рисунок 120"/>
          <p:cNvPicPr/>
          <p:nvPr/>
        </p:nvPicPr>
        <p:blipFill>
          <a:blip r:embed="rId3"/>
          <a:stretch/>
        </p:blipFill>
        <p:spPr>
          <a:xfrm>
            <a:off x="78120" y="1280160"/>
            <a:ext cx="8987760" cy="5218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3615480" y="1487160"/>
            <a:ext cx="6897960" cy="52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/>
              </a:rPr>
              <a:t>Схема базы данных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Изображение2 Копия 1 Копия 1"/>
          <p:cNvPicPr/>
          <p:nvPr/>
        </p:nvPicPr>
        <p:blipFill>
          <a:blip r:embed="rId2"/>
          <a:stretch/>
        </p:blipFill>
        <p:spPr>
          <a:xfrm>
            <a:off x="686880" y="415800"/>
            <a:ext cx="6631200" cy="6370560"/>
          </a:xfrm>
          <a:prstGeom prst="rect">
            <a:avLst/>
          </a:prstGeom>
          <a:ln w="0"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CBF3BE9-3743-A943-D26A-F81E90171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599760" y="180000"/>
            <a:ext cx="7680240" cy="95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Демонстрация работы приложения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pic>
        <p:nvPicPr>
          <p:cNvPr id="125" name="Рисунок 124"/>
          <p:cNvPicPr/>
          <p:nvPr/>
        </p:nvPicPr>
        <p:blipFill>
          <a:blip r:embed="rId2"/>
          <a:stretch/>
        </p:blipFill>
        <p:spPr>
          <a:xfrm>
            <a:off x="180000" y="1620000"/>
            <a:ext cx="8848440" cy="4318920"/>
          </a:xfrm>
          <a:prstGeom prst="rect">
            <a:avLst/>
          </a:prstGeom>
          <a:ln w="0"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771C710-66DD-9FD8-6062-35BCE3920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5000"/>
    </mc:Choice>
    <mc:Fallback xmlns="" xmlns:p15="http://schemas.microsoft.com/office/powerpoint/2012/main">
      <p:transition advTm="16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3"/>
          <p:cNvSpPr txBox="1"/>
          <p:nvPr/>
        </p:nvSpPr>
        <p:spPr>
          <a:xfrm>
            <a:off x="420120" y="14400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Страница журнала разрешений замены материала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pic>
        <p:nvPicPr>
          <p:cNvPr id="127" name="Рисунок 126"/>
          <p:cNvPicPr/>
          <p:nvPr/>
        </p:nvPicPr>
        <p:blipFill>
          <a:blip r:embed="rId2"/>
          <a:stretch/>
        </p:blipFill>
        <p:spPr>
          <a:xfrm>
            <a:off x="180000" y="1620000"/>
            <a:ext cx="8900640" cy="4320000"/>
          </a:xfrm>
          <a:prstGeom prst="rect">
            <a:avLst/>
          </a:prstGeom>
          <a:ln w="0"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EB2863E-B582-C874-61AA-145F18581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Рисунок 127"/>
          <p:cNvPicPr/>
          <p:nvPr/>
        </p:nvPicPr>
        <p:blipFill>
          <a:blip r:embed="rId2"/>
          <a:stretch/>
        </p:blipFill>
        <p:spPr>
          <a:xfrm>
            <a:off x="200880" y="1526840"/>
            <a:ext cx="8799120" cy="4243320"/>
          </a:xfrm>
          <a:prstGeom prst="rect">
            <a:avLst/>
          </a:prstGeom>
          <a:ln w="0"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31FEB55-129E-7C9B-6138-33E27B085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  <p:sp>
        <p:nvSpPr>
          <p:cNvPr id="3" name="PlaceHolder 3">
            <a:extLst>
              <a:ext uri="{FF2B5EF4-FFF2-40B4-BE49-F238E27FC236}">
                <a16:creationId xmlns:a16="http://schemas.microsoft.com/office/drawing/2014/main" id="{4A3B6F1F-862E-BF4E-0994-289F99F197B0}"/>
              </a:ext>
            </a:extLst>
          </p:cNvPr>
          <p:cNvSpPr txBox="1"/>
          <p:nvPr/>
        </p:nvSpPr>
        <p:spPr>
          <a:xfrm>
            <a:off x="420120" y="14400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Сортировка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C5D9C17-A199-97C1-D2F3-2E62CAE74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  <p:sp>
        <p:nvSpPr>
          <p:cNvPr id="3" name="PlaceHolder 3">
            <a:extLst>
              <a:ext uri="{FF2B5EF4-FFF2-40B4-BE49-F238E27FC236}">
                <a16:creationId xmlns:a16="http://schemas.microsoft.com/office/drawing/2014/main" id="{7E0A72BD-9B09-936B-BEA7-B9368F1C52C0}"/>
              </a:ext>
            </a:extLst>
          </p:cNvPr>
          <p:cNvSpPr txBox="1"/>
          <p:nvPr/>
        </p:nvSpPr>
        <p:spPr>
          <a:xfrm>
            <a:off x="420120" y="14400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Сортировка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B721F6E-327A-D0CA-8950-D70F34056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407" y="1620071"/>
            <a:ext cx="4789175" cy="361785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2265BDA-E427-A15B-20C8-48E9FB313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18" y="1620071"/>
            <a:ext cx="3886684" cy="3617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A8EB7ED-5EEB-88CE-3FD4-B04963555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757" y="57500"/>
            <a:ext cx="1746123" cy="1232087"/>
          </a:xfrm>
          <a:prstGeom prst="rect">
            <a:avLst/>
          </a:prstGeom>
        </p:spPr>
      </p:pic>
      <p:sp>
        <p:nvSpPr>
          <p:cNvPr id="3" name="PlaceHolder 3">
            <a:extLst>
              <a:ext uri="{FF2B5EF4-FFF2-40B4-BE49-F238E27FC236}">
                <a16:creationId xmlns:a16="http://schemas.microsoft.com/office/drawing/2014/main" id="{DD525D95-BFA5-AE07-571C-27ABF8165263}"/>
              </a:ext>
            </a:extLst>
          </p:cNvPr>
          <p:cNvSpPr txBox="1"/>
          <p:nvPr/>
        </p:nvSpPr>
        <p:spPr>
          <a:xfrm>
            <a:off x="420120" y="14400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Сортировка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910B110-4D8B-C19E-EC05-3920165F9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287" y="1190887"/>
            <a:ext cx="3591426" cy="57158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ADD68C8-D3C0-F3B5-FC09-D16BC37A01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5969" y="2215970"/>
            <a:ext cx="5992061" cy="314368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2CF7E80-E327-A48A-C040-A7577029F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49FFFC-21B8-9D25-736D-41B2E45F0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967" y="1337163"/>
            <a:ext cx="3852063" cy="539779"/>
          </a:xfrm>
          <a:prstGeom prst="rect">
            <a:avLst/>
          </a:prstGeom>
        </p:spPr>
      </p:pic>
      <p:sp>
        <p:nvSpPr>
          <p:cNvPr id="5" name="PlaceHolder 3">
            <a:extLst>
              <a:ext uri="{FF2B5EF4-FFF2-40B4-BE49-F238E27FC236}">
                <a16:creationId xmlns:a16="http://schemas.microsoft.com/office/drawing/2014/main" id="{25F77951-8BA2-53AE-0771-4181270D111D}"/>
              </a:ext>
            </a:extLst>
          </p:cNvPr>
          <p:cNvSpPr txBox="1"/>
          <p:nvPr/>
        </p:nvSpPr>
        <p:spPr>
          <a:xfrm>
            <a:off x="420120" y="14400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Сортировка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829789A-616D-3E46-E1F1-97745E8E2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9970" y="2320821"/>
            <a:ext cx="4544059" cy="313416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4"/>
          <p:cNvSpPr txBox="1"/>
          <p:nvPr/>
        </p:nvSpPr>
        <p:spPr>
          <a:xfrm>
            <a:off x="420480" y="12404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Форма создания записи в журнал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B65F9DE-4484-B3FB-1504-C55F9C589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722A061-A728-BDD4-0C48-EDFF9977E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965" y="1280160"/>
            <a:ext cx="5930070" cy="52600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C33524E-297D-3AFF-3DCC-218F05958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  <p:sp>
        <p:nvSpPr>
          <p:cNvPr id="3" name="PlaceHolder 4">
            <a:extLst>
              <a:ext uri="{FF2B5EF4-FFF2-40B4-BE49-F238E27FC236}">
                <a16:creationId xmlns:a16="http://schemas.microsoft.com/office/drawing/2014/main" id="{5F433497-0170-AA5A-F67B-7839E58E3718}"/>
              </a:ext>
            </a:extLst>
          </p:cNvPr>
          <p:cNvSpPr txBox="1"/>
          <p:nvPr/>
        </p:nvSpPr>
        <p:spPr>
          <a:xfrm>
            <a:off x="420480" y="14436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Форма создания записи в журнал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5F9C25-D914-1005-8581-212E51221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0717" y="1280160"/>
            <a:ext cx="4862566" cy="520242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4AD805E-661C-FAD4-AB49-9762A502F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  <p:sp>
        <p:nvSpPr>
          <p:cNvPr id="3" name="PlaceHolder 4">
            <a:extLst>
              <a:ext uri="{FF2B5EF4-FFF2-40B4-BE49-F238E27FC236}">
                <a16:creationId xmlns:a16="http://schemas.microsoft.com/office/drawing/2014/main" id="{0ED5E03D-4978-106B-ED79-A6FECDB9C8BB}"/>
              </a:ext>
            </a:extLst>
          </p:cNvPr>
          <p:cNvSpPr txBox="1"/>
          <p:nvPr/>
        </p:nvSpPr>
        <p:spPr>
          <a:xfrm>
            <a:off x="420480" y="14436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Форма создания записи в журнал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8FDBC49-0535-6428-9DC9-E5D8D47C5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544" y="1192847"/>
            <a:ext cx="4788911" cy="554193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5"/>
          <p:cNvSpPr txBox="1"/>
          <p:nvPr/>
        </p:nvSpPr>
        <p:spPr>
          <a:xfrm>
            <a:off x="420480" y="14436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ru-RU" sz="2800" b="1" spc="-1" dirty="0">
                <a:solidFill>
                  <a:srgbClr val="0055BB"/>
                </a:solidFill>
                <a:latin typeface="Montserrat" panose="00000500000000000000" pitchFamily="2" charset="-52"/>
              </a:rPr>
              <a:t>Обработка ошибок</a:t>
            </a:r>
            <a:endParaRPr lang="ru-RU" sz="2800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C28C341-04B2-C7CE-7029-50542EC8F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97CBF94-727F-0FFD-7DD1-D669C91F2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206" y="999240"/>
            <a:ext cx="5277587" cy="57143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37B8F67-6A6E-5355-34A8-29BE75A5C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  <p:sp>
        <p:nvSpPr>
          <p:cNvPr id="3" name="PlaceHolder 5">
            <a:extLst>
              <a:ext uri="{FF2B5EF4-FFF2-40B4-BE49-F238E27FC236}">
                <a16:creationId xmlns:a16="http://schemas.microsoft.com/office/drawing/2014/main" id="{655BC289-858A-9AB0-3F10-FAECA0FAA0A6}"/>
              </a:ext>
            </a:extLst>
          </p:cNvPr>
          <p:cNvSpPr txBox="1"/>
          <p:nvPr/>
        </p:nvSpPr>
        <p:spPr>
          <a:xfrm>
            <a:off x="420480" y="14436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ru-RU" sz="2800" b="1" spc="-1" dirty="0">
                <a:solidFill>
                  <a:srgbClr val="0055BB"/>
                </a:solidFill>
                <a:latin typeface="Montserrat" panose="00000500000000000000" pitchFamily="2" charset="-52"/>
              </a:rPr>
              <a:t>Обработка ошибок</a:t>
            </a:r>
            <a:endParaRPr lang="ru-RU" sz="2800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3573F35-4C19-6815-D15F-F5D87C635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917" y="904973"/>
            <a:ext cx="5306165" cy="580866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6"/>
          <p:cNvSpPr txBox="1"/>
          <p:nvPr/>
        </p:nvSpPr>
        <p:spPr>
          <a:xfrm>
            <a:off x="420480" y="14436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Форма изменения записи в журнале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36B29C9-1094-44D3-40FC-DC2A6317C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4C63A12-135B-AD57-3F95-9631943AC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364" y="1192847"/>
            <a:ext cx="5887272" cy="549669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7"/>
          <p:cNvSpPr txBox="1"/>
          <p:nvPr/>
        </p:nvSpPr>
        <p:spPr>
          <a:xfrm>
            <a:off x="421797" y="26190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Страница журнала разрешений замены материала после изменения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pic>
        <p:nvPicPr>
          <p:cNvPr id="143" name="Рисунок 142"/>
          <p:cNvPicPr/>
          <p:nvPr/>
        </p:nvPicPr>
        <p:blipFill>
          <a:blip r:embed="rId2"/>
          <a:stretch/>
        </p:blipFill>
        <p:spPr>
          <a:xfrm>
            <a:off x="180000" y="1927800"/>
            <a:ext cx="8820000" cy="4192200"/>
          </a:xfrm>
          <a:prstGeom prst="rect">
            <a:avLst/>
          </a:prstGeom>
          <a:ln w="0"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DFA9C5E-8469-8074-70F6-5DA81B690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Рисунок 143"/>
          <p:cNvPicPr/>
          <p:nvPr/>
        </p:nvPicPr>
        <p:blipFill>
          <a:blip r:embed="rId2"/>
          <a:stretch/>
        </p:blipFill>
        <p:spPr>
          <a:xfrm>
            <a:off x="200880" y="1620000"/>
            <a:ext cx="8799120" cy="4176000"/>
          </a:xfrm>
          <a:prstGeom prst="rect">
            <a:avLst/>
          </a:prstGeom>
          <a:ln w="0"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5799589-B2E8-0362-15E4-4E43F2CFD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  <p:sp>
        <p:nvSpPr>
          <p:cNvPr id="5" name="PlaceHolder 7">
            <a:extLst>
              <a:ext uri="{FF2B5EF4-FFF2-40B4-BE49-F238E27FC236}">
                <a16:creationId xmlns:a16="http://schemas.microsoft.com/office/drawing/2014/main" id="{7E4FD5BE-25F7-B228-EF54-6E42C0E4FA67}"/>
              </a:ext>
            </a:extLst>
          </p:cNvPr>
          <p:cNvSpPr txBox="1"/>
          <p:nvPr/>
        </p:nvSpPr>
        <p:spPr>
          <a:xfrm>
            <a:off x="420480" y="14436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Предупреждение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500FFD7-1A6F-60DA-0E61-8AC80B860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877" y="4416"/>
            <a:ext cx="1746123" cy="1232087"/>
          </a:xfrm>
          <a:prstGeom prst="rect">
            <a:avLst/>
          </a:prstGeom>
        </p:spPr>
      </p:pic>
      <p:pic>
        <p:nvPicPr>
          <p:cNvPr id="145" name="Рисунок 144"/>
          <p:cNvPicPr/>
          <p:nvPr/>
        </p:nvPicPr>
        <p:blipFill>
          <a:blip r:embed="rId3"/>
          <a:stretch/>
        </p:blipFill>
        <p:spPr>
          <a:xfrm>
            <a:off x="420480" y="1236503"/>
            <a:ext cx="7738560" cy="5491440"/>
          </a:xfrm>
          <a:prstGeom prst="rect">
            <a:avLst/>
          </a:prstGeom>
          <a:ln w="0">
            <a:noFill/>
          </a:ln>
        </p:spPr>
      </p:pic>
      <p:sp>
        <p:nvSpPr>
          <p:cNvPr id="146" name="PlaceHolder 8"/>
          <p:cNvSpPr txBox="1"/>
          <p:nvPr/>
        </p:nvSpPr>
        <p:spPr>
          <a:xfrm>
            <a:off x="420480" y="14436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Печать журнала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Рисунок 146"/>
          <p:cNvPicPr/>
          <p:nvPr/>
        </p:nvPicPr>
        <p:blipFill>
          <a:blip r:embed="rId2"/>
          <a:stretch/>
        </p:blipFill>
        <p:spPr>
          <a:xfrm>
            <a:off x="273376" y="2036190"/>
            <a:ext cx="8792503" cy="4014898"/>
          </a:xfrm>
          <a:prstGeom prst="rect">
            <a:avLst/>
          </a:prstGeom>
          <a:ln w="0">
            <a:noFill/>
          </a:ln>
        </p:spPr>
      </p:pic>
      <p:sp>
        <p:nvSpPr>
          <p:cNvPr id="148" name="PlaceHolder 9"/>
          <p:cNvSpPr txBox="1"/>
          <p:nvPr/>
        </p:nvSpPr>
        <p:spPr>
          <a:xfrm>
            <a:off x="420480" y="14436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Аналитика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55CC7FA-E275-69FB-5293-5D369136E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0"/>
          <p:cNvSpPr txBox="1"/>
          <p:nvPr/>
        </p:nvSpPr>
        <p:spPr>
          <a:xfrm>
            <a:off x="420480" y="14436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ru-RU" sz="2800" b="1" spc="-1" dirty="0">
                <a:solidFill>
                  <a:srgbClr val="0055BB"/>
                </a:solidFill>
                <a:latin typeface="Montserrat" panose="00000500000000000000" pitchFamily="2" charset="-52"/>
              </a:rPr>
              <a:t>Аналитика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11CF900-464F-D8A8-8B3F-836AB8E9A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793494-4499-437C-3BA9-741E2F8DE278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80000" y="1742400"/>
            <a:ext cx="8884800" cy="4376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/>
          </p:nvPr>
        </p:nvSpPr>
        <p:spPr>
          <a:xfrm>
            <a:off x="627120" y="3105720"/>
            <a:ext cx="616464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ru-RU" sz="3600" b="1" strike="noStrike" spc="-1">
                <a:solidFill>
                  <a:srgbClr val="0055BB"/>
                </a:solidFill>
                <a:latin typeface="Montserrat"/>
              </a:rPr>
              <a:t>Спасибо за внимание!</a:t>
            </a:r>
            <a:endParaRPr lang="ru-RU" sz="3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1030</TotalTime>
  <Words>235</Words>
  <Application>Microsoft Office PowerPoint</Application>
  <PresentationFormat>Экран (4:3)</PresentationFormat>
  <Paragraphs>47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23</vt:i4>
      </vt:variant>
      <vt:variant>
        <vt:lpstr>Заголовки слайдов</vt:lpstr>
      </vt:variant>
      <vt:variant>
        <vt:i4>25</vt:i4>
      </vt:variant>
    </vt:vector>
  </HeadingPairs>
  <TitlesOfParts>
    <vt:vector size="55" baseType="lpstr">
      <vt:lpstr>Arial</vt:lpstr>
      <vt:lpstr>Calibri</vt:lpstr>
      <vt:lpstr>Calibri Light</vt:lpstr>
      <vt:lpstr>Montserrat</vt:lpstr>
      <vt:lpstr>Symbol</vt:lpstr>
      <vt:lpstr>Times New Roman</vt:lpstr>
      <vt:lpstr>Wingdings</vt:lpstr>
      <vt:lpstr>Шаблон МИФИ</vt:lpstr>
      <vt:lpstr>Шаблон МИФИ</vt:lpstr>
      <vt:lpstr>Шаблон МИФИ</vt:lpstr>
      <vt:lpstr>Шаблон МИФИ</vt:lpstr>
      <vt:lpstr>Шаблон МИФИ</vt:lpstr>
      <vt:lpstr>Шаблон МИФИ</vt:lpstr>
      <vt:lpstr>Шаблон МИФИ</vt:lpstr>
      <vt:lpstr>Шаблон МИФИ</vt:lpstr>
      <vt:lpstr>1_Шаблон МИФИ</vt:lpstr>
      <vt:lpstr>1_Шаблон МИФИ</vt:lpstr>
      <vt:lpstr>1_Шаблон МИФИ</vt:lpstr>
      <vt:lpstr>1_Шаблон МИФИ</vt:lpstr>
      <vt:lpstr>1_Шаблон МИФИ</vt:lpstr>
      <vt:lpstr>1_Шаблон МИФИ</vt:lpstr>
      <vt:lpstr>1_Шаблон МИФИ</vt:lpstr>
      <vt:lpstr>1_Шаблон МИФИ</vt:lpstr>
      <vt:lpstr>1_Шаблон МИФИ</vt:lpstr>
      <vt:lpstr>1_Шаблон МИФИ</vt:lpstr>
      <vt:lpstr>1_Шаблон МИФИ</vt:lpstr>
      <vt:lpstr>1_Шаблон МИФИ</vt:lpstr>
      <vt:lpstr>1_Шаблон МИФИ</vt:lpstr>
      <vt:lpstr>1_Шаблон МИФИ</vt:lpstr>
      <vt:lpstr>1_Шаблон МИФИ</vt:lpstr>
      <vt:lpstr>Презентация PowerPoint</vt:lpstr>
      <vt:lpstr>Объект и предмет исследования, цель работы</vt:lpstr>
      <vt:lpstr>Задачи</vt:lpstr>
      <vt:lpstr>Презентация PowerPoint</vt:lpstr>
      <vt:lpstr>Презентация PowerPoint</vt:lpstr>
      <vt:lpstr>Бизнес-процесс</vt:lpstr>
      <vt:lpstr>Схема базы данных</vt:lpstr>
      <vt:lpstr>Демонстрация работы приложения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Влад Замахаев</dc:creator>
  <dc:description/>
  <cp:lastModifiedBy>Cfs Vas</cp:lastModifiedBy>
  <cp:revision>80</cp:revision>
  <dcterms:created xsi:type="dcterms:W3CDTF">2020-05-28T16:18:16Z</dcterms:created>
  <dcterms:modified xsi:type="dcterms:W3CDTF">2025-06-17T10:29:49Z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Экран (4:3)</vt:lpwstr>
  </property>
  <property fmtid="{D5CDD505-2E9C-101B-9397-08002B2CF9AE}" pid="3" name="Slides">
    <vt:i4>18</vt:i4>
  </property>
  <property fmtid="{D5CDD505-2E9C-101B-9397-08002B2CF9AE}" pid="4" name="Tfs.IsStoryboard">
    <vt:bool>true</vt:bool>
  </property>
</Properties>
</file>